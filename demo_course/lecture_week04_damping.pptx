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4 Damping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Compare period, amplitude envelope, and friction source before explaining outlier trial.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changed in Trial 4?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Felt pad increased pivot friction. Result: amplitude falls faster, while length-based period stays close to other trials.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Study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source viewer for exact passage. Build quiz from indexed materials. Check CSV schema before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